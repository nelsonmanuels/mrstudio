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60" r:id="rId4"/>
    <p:sldId id="259" r:id="rId5"/>
    <p:sldId id="263" r:id="rId6"/>
    <p:sldId id="262" r:id="rId7"/>
    <p:sldId id="265" r:id="rId8"/>
    <p:sldId id="264" r:id="rId9"/>
    <p:sldId id="26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28" d="100"/>
          <a:sy n="28" d="100"/>
        </p:scale>
        <p:origin x="936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8ED3-D77B-4BBC-9FCB-655A6A67F6E5}" type="datetimeFigureOut">
              <a:rPr lang="LID4096" smtClean="0"/>
              <a:t>08/09/2024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6CA7D-800D-4EDD-860D-1B6F4511EC9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09113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8ED3-D77B-4BBC-9FCB-655A6A67F6E5}" type="datetimeFigureOut">
              <a:rPr lang="LID4096" smtClean="0"/>
              <a:t>08/09/2024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6CA7D-800D-4EDD-860D-1B6F4511EC9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64161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8ED3-D77B-4BBC-9FCB-655A6A67F6E5}" type="datetimeFigureOut">
              <a:rPr lang="LID4096" smtClean="0"/>
              <a:t>08/09/2024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6CA7D-800D-4EDD-860D-1B6F4511EC9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83593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8ED3-D77B-4BBC-9FCB-655A6A67F6E5}" type="datetimeFigureOut">
              <a:rPr lang="LID4096" smtClean="0"/>
              <a:t>08/09/2024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6CA7D-800D-4EDD-860D-1B6F4511EC9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67428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8ED3-D77B-4BBC-9FCB-655A6A67F6E5}" type="datetimeFigureOut">
              <a:rPr lang="LID4096" smtClean="0"/>
              <a:t>08/09/2024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6CA7D-800D-4EDD-860D-1B6F4511EC9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92354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8ED3-D77B-4BBC-9FCB-655A6A67F6E5}" type="datetimeFigureOut">
              <a:rPr lang="LID4096" smtClean="0"/>
              <a:t>08/09/2024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6CA7D-800D-4EDD-860D-1B6F4511EC9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71392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8ED3-D77B-4BBC-9FCB-655A6A67F6E5}" type="datetimeFigureOut">
              <a:rPr lang="LID4096" smtClean="0"/>
              <a:t>08/09/2024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6CA7D-800D-4EDD-860D-1B6F4511EC9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26067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8ED3-D77B-4BBC-9FCB-655A6A67F6E5}" type="datetimeFigureOut">
              <a:rPr lang="LID4096" smtClean="0"/>
              <a:t>08/09/2024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6CA7D-800D-4EDD-860D-1B6F4511EC9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93324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8ED3-D77B-4BBC-9FCB-655A6A67F6E5}" type="datetimeFigureOut">
              <a:rPr lang="LID4096" smtClean="0"/>
              <a:t>08/09/2024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6CA7D-800D-4EDD-860D-1B6F4511EC9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90028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8ED3-D77B-4BBC-9FCB-655A6A67F6E5}" type="datetimeFigureOut">
              <a:rPr lang="LID4096" smtClean="0"/>
              <a:t>08/09/2024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6CA7D-800D-4EDD-860D-1B6F4511EC9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44452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8ED3-D77B-4BBC-9FCB-655A6A67F6E5}" type="datetimeFigureOut">
              <a:rPr lang="LID4096" smtClean="0"/>
              <a:t>08/09/2024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6CA7D-800D-4EDD-860D-1B6F4511EC9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60966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68ED3-D77B-4BBC-9FCB-655A6A67F6E5}" type="datetimeFigureOut">
              <a:rPr lang="LID4096" smtClean="0"/>
              <a:t>08/09/2024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26CA7D-800D-4EDD-860D-1B6F4511EC9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6349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B5B2DE0-5ECD-479A-BD72-2579E25842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896" y="0"/>
            <a:ext cx="12229896" cy="6903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761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25CE4E4-4350-4D1E-967C-C246E55924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052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2FC0B5-7984-4426-8979-F3D4D792E9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8968"/>
            <a:ext cx="12191999" cy="6906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042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4D4DF1D-B564-4026-AE6B-8CCA476ABC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056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513580-872E-445B-8418-C59017C741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153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137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9692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4129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0A1E7-3CA3-4583-B611-52F319FB43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51F29D-4C09-4528-B34D-14FDCEF151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80468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65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Patricia Amor</dc:creator>
  <cp:lastModifiedBy>Patricia Amor</cp:lastModifiedBy>
  <cp:revision>3</cp:revision>
  <dcterms:created xsi:type="dcterms:W3CDTF">2024-08-09T13:55:12Z</dcterms:created>
  <dcterms:modified xsi:type="dcterms:W3CDTF">2024-08-09T15:00:30Z</dcterms:modified>
</cp:coreProperties>
</file>